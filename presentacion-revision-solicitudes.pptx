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4630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REPORTE DE TRABAJO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Revisión de Solicitudes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Cómo se corrigió un bug en la base de datos y se dejó todo funcionando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80160" y="420624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4343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PROYECTO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47091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Cotización (Laravel + Vue)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00600" y="420624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4343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FECHA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47091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de agosto de 2026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21040" y="420624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4343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0" y="47091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 Completado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COTIZACIÓN · Feature: Revisión de Solicitudes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se hizo?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247120" y="1097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implementó una función para saber quién revisó cada solicitud de cotización.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1945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12140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12140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añadieron 2 columnas nuevas a la tabla de solicitudes: quién la revisó y cuándo.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2461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317296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(Laravel)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317296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 abrir el detalle de una solicitud, el sistema guarda quién la vio. El primero en verla 'gana'.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2976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422452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0" y="422452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inicio muestra una alerta con las solicitudes que aún no han sido revisadas.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53492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349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54480" y="527608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(Vue)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0" y="527608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conectó la interfaz para mostrar el nombre del revisor y la fecha.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COTIZACIÓN · Feature: Revisión de Solicitudes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problema que apareció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247120" y="1097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prueba automática (test) fallaba y no dejaba dormir a la feature: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❌  Test fallido:  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el_primer_revisor_gana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—  esperaba el número 1, recibió el texto '1'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¿Por qué importa? Porque esa prueba protege una regla de negocio importante: cuando dos personas abren la misma solicitud, el primero en revisarla debe quedar registrado como el revisor.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434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580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SÍNTOMA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8006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'1' como texto no es lo mismo que un 1 como número. La comparación falla.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429768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4434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CONSECUENCIA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48006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sistema no sabía con seguridad quién revisó la solicitud. La función no servía.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COTIZACIÓN · Feature: Revisión de Solicitudes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¿Cuál fue la causa?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247120" y="1097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columna nueva se creó con el tipo de dato equivocado.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CÓMO ESTABA LA TABLA USUARIOS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CÓMO SE CREÓ LA COLUMNA NUEVA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86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users.id  →  </a:t>
            </a:r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BIGINT (número)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created_by → BIGINT (correcto)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28600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286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reviewed_by  →  </a:t>
            </a:r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(texto)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¡No coincide con users.id!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2926080"/>
            <a:ext cx="274320" cy="0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393192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580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EFECTO EN CADENA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43484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 Tipo UUID (texto) en lugar de número  →  la llave foránea (relación) no se crea bien en la base real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 En los tests (SQLite) pasaba, pero en PostgreSQL/MySQL la relación falla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 Al leer el dato guardado, llega como texto '1' en vez de número 1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 La comparación de la prueba falla  →  el test se rompe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COTIZACIÓN · Feature: Revisión de Solicitudes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solución aplicada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247120" y="1097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cambió el tipo de dato por el correcto y se usó la forma estándar de Laravel.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❌ ANTES (incorrecto)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$table-&gt;uuid('reviewed_by')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-&gt;nullable()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-&gt;after('status');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$table-&gt;foreign('reviewed_by')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-&gt;references('id')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-&gt;on('users')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-&gt;nullOnDelete();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 DESPUÉS (correcto)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21945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$table-&gt;foreignId('reviewed_by')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-&gt;nullable()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-&gt;after('status')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-&gt;constrained('users')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-&gt;nullOnDelete();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cambió realmente?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uuid()  →  foreignId()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(ahora es número, igual que created_by)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foreign() manual  →  constrained('users')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(forma recomendada de Laravel, crea la relación sola)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COTIZACIÓN · Feature: Revisión de Solicitudes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Resultado: las pruebas pasan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247120" y="1097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Las 6 pruebas de la función de revisión ahora funcionan correctamente: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7406640" cy="50292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0" y="1920240"/>
            <a:ext cx="1645920" cy="50292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0" y="1920240"/>
            <a:ext cx="1645920" cy="50292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202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Prueba (test)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DESPUÉS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423160"/>
            <a:ext cx="7406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242316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242316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42316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se_crea_sin_revisor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0" y="2423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0" y="2423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2926080"/>
            <a:ext cx="74066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2926080"/>
            <a:ext cx="16459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0" y="2926080"/>
            <a:ext cx="16459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9260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marca_como_revisada_al_abrir_el_detalle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0" y="2926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0" y="2926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3429000"/>
            <a:ext cx="7406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342900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0" y="342900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42900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el_primer_revisor_gana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55280" y="3429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26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❌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01200" y="3429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8640" y="3931920"/>
            <a:ext cx="74066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3931920"/>
            <a:ext cx="16459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0" y="3931920"/>
            <a:ext cx="16459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93192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el_dashboard_lista_solo_las_sin_revisar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55280" y="3931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01200" y="3931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8640" y="4434840"/>
            <a:ext cx="7406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55280" y="443484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0" y="443484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43484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el_dashboard_lista_solo_las_en_elaboracion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55280" y="4434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601200" y="4434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48640" y="4937760"/>
            <a:ext cx="74066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55280" y="4937760"/>
            <a:ext cx="16459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01200" y="4937760"/>
            <a:ext cx="16459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493776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no_permite_editar_lineas_una_vez_enviada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55280" y="4937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601200" y="4937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48640" y="5440680"/>
            <a:ext cx="7406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544068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601200" y="544068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54406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permite_editar_lineas_en_elaboracion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955280" y="5440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601200" y="5440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48640" y="598932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✔  La prueba que fallaba (el_primer_revisor_gana) ahora pasa. Cero regresiones.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COTIZACIÓN · Feature: Revisión de Solicitudes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Estado general del proyecto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247120" y="1097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247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pruebas pasan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5544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pruebas fallan (preexistentes)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Total: 250 pruebas en el sistema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A580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  NOTA IMPORTANTE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Las 3 pruebas que aún fallan </a:t>
            </a:r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tienen nada que ver con este arreglo</a:t>
            </a:r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Ya fallaban antes (están en el historial de pruebas). Pertenecen al módulo del comparador de precios: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CvaConnectorTest — nombre de almacén (mayúsculas)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ApiAuthorizationTest — permiso de ventas (403 vs 202)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ComparatorSettingsTest — preferencias de usuario (403 vs 200)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COTIZACIÓN · Feature: Revisión de Solicitudes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aprendimos?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247120" y="1097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Buenas prácticas para que este error no se repita: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14884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45920" y="2103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Tipos de datos coherentes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6060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la tabla usa números (BIGINT) para su ID, las columnas que apunten a ella también deben ser números.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214884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315200" y="2103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Usar lo que recomienda el framework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0" y="26060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constrained('users') es más seguro que escribir la relación a mano.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2519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251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45920" y="42062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Probar en la base real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47091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SQLite (pruebas) acepta cosas que PostgreSQL/MySQL rechazan. Hay que verificar en ambos.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40233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6520" y="42519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251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15200" y="42062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pruebas protegen reglas de negocio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47091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test 'primer revisor gana' evita que dos personas se lleven el crédito por error.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73152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737360"/>
            <a:ext cx="996696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377440" y="18288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Tarea completada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77440" y="21945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función de revisión de solicitudes quedó funcionando.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788920"/>
            <a:ext cx="996696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788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🔧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377440" y="28803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bug corregido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77440" y="32461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Columna reviewed_by con tipo de dato equivocado (texto en vez de número).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3840480"/>
            <a:ext cx="996696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840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🧪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377440" y="39319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pruebas en verde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77440" y="42976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que fallaba ahora pasa; ninguna se rompió.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4892040"/>
            <a:ext cx="996696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4892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⏱️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377440" y="49834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Menos de 10 minutos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377440" y="53492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arreglo fue pequeño pero crítico.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Proyecto Cotización · 12 de agosto de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2026-08-12T17:22:05Z</dcterms:created>
  <dcterms:modified xsi:type="dcterms:W3CDTF">2026-08-12T17:22:05Z</dcterms:modified>
</cp:coreProperties>
</file>